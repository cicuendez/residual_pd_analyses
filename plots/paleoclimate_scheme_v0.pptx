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3"/>
    <p:restoredTop sz="94710"/>
  </p:normalViewPr>
  <p:slideViewPr>
    <p:cSldViewPr snapToGrid="0">
      <p:cViewPr>
        <p:scale>
          <a:sx n="149" d="100"/>
          <a:sy n="149" d="100"/>
        </p:scale>
        <p:origin x="116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923C-6579-4694-0379-63CCEE18A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6A1F5-EAD4-01AC-EF87-501020721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8D32-F773-2857-B6CD-0E35F2F5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2708F-55CA-7E07-49C3-520F2968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6BAC5-EAA3-8CE5-8079-B91C681E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099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052A-7B6C-B582-A091-4FBB425F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7CF68-3241-6C81-4C33-DF1FFE3CA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3256-1AAF-A8F2-244B-D073EAE7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DE4CF-9CEB-0FE6-17D1-C94C8621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F60CE-A3DC-51BD-F134-43458AB9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296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96C1-5F37-583C-4CFB-8B43E536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EFF85-5872-7CF5-9E99-F37D92184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B46A2-16EC-2C80-F5B2-2A2666374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06F39-93CA-8650-E8BD-8DB3B642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44C0B-C8E3-09EA-E054-B9BEB754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466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F6B9-5CA1-8CB9-B691-ABD44CC7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34EBB-70E3-379B-65C6-80701D4AA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68B3A-92B4-CAA8-E50A-FB301722B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2E635-104E-1BF8-9853-C25C204B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57E5E-739C-6EC8-0C42-944547E6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7B599-0FED-86EE-0EF1-6461355D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245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E368-491C-001D-E21A-0192FFEFA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48BEE-A599-7419-D449-7F1BC3398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3D0A1-C174-2DDA-1C7B-51A3C1F8D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E7171-E8AB-4E94-A45E-958709A56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0FCA8-8D14-D5BD-DA78-8C5B43FB7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D2B3F-B2D3-CE94-E3BE-D0837CB9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4AF5C-37D0-983D-8844-E952E2B5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F7406-3834-F28E-42B7-EC3FFD2D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7864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C71-9F9E-FD77-0190-96385E47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D3FF3-A4A8-1E06-ED92-7A898CE3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AB30B-104B-C88D-D102-18C58B34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DC11C-63E7-E8FA-49F5-F043CE73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089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CDF50-1896-D488-F6D9-82B85868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FD3F6-7486-C2DD-F311-01407079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29E08-DDF3-00B0-7979-25025AF7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1881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B6C4-C98F-D531-AA9B-6D9E927B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0B41D-79CA-BA50-60F2-8312345D7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3C076-EDDE-4BA2-6FA6-3818F1838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B86B5-877A-CFD4-8629-C2704960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4434F-6E7D-071B-4980-C25BEAAB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09EF8-4D63-BC34-44FF-B3D174FB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258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7F95E-1595-8F23-6471-7C8B766D8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B83BF-6545-3642-E5EE-1E23AAB75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E41F1-2431-F148-2E1C-B88042693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D8C81-FA86-DA75-E2EE-9B772F55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119EF-12EF-1181-31A0-2A4CEC30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0487A-A45B-E874-17DA-C8EED373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22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C47A-D984-9626-05DC-ACB134F7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125E4-20D5-F599-410F-2AA6C88F8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F0653-1534-7EF4-BCDF-992613A6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738B6-D51D-099A-BEA7-A78E6680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D697A-4ACD-BE9B-FC8B-4D6D5A15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125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13E285-AC32-2F08-EC15-B74E7417D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E1CF2-19A4-A704-3187-68278A693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F2252-447B-60F2-AB77-2025E2D80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A05D-B48A-D774-EA18-1EFF3312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61EB0-8AAF-8FA8-5DE9-CAD42539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308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EB8DD-EDD2-47BD-B4A9-32325F94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3A4F5-0B7A-2236-8E42-7E5FDCFB4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9285A-4DA5-2E2C-09D6-43012EED3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94848-C55E-5B40-9D23-4EB5016124C0}" type="datetimeFigureOut">
              <a:rPr lang="en-DE" smtClean="0"/>
              <a:t>17.03.26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714-8B4B-0464-0E94-D6D7FC84C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55FD5-661A-209C-CA90-88AA7CB37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2A7DA-D008-164A-A2BB-1D6E685F8A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132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B8EA06-1B0B-F545-93BF-632459309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275083"/>
              </p:ext>
            </p:extLst>
          </p:nvPr>
        </p:nvGraphicFramePr>
        <p:xfrm>
          <a:off x="8641535" y="231388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273703-8A9D-FC8C-2AC8-C3A7B115D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264391"/>
              </p:ext>
            </p:extLst>
          </p:nvPr>
        </p:nvGraphicFramePr>
        <p:xfrm>
          <a:off x="7091653" y="1215117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A313BD-9466-F8CD-BBE5-6F95015D5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62237"/>
              </p:ext>
            </p:extLst>
          </p:nvPr>
        </p:nvGraphicFramePr>
        <p:xfrm>
          <a:off x="6634453" y="1510270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9A8D81-6A57-1DD1-7190-3F21C6F7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993955"/>
              </p:ext>
            </p:extLst>
          </p:nvPr>
        </p:nvGraphicFramePr>
        <p:xfrm>
          <a:off x="6179182" y="1801567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3A1C20-A4FF-6399-53CB-50AEBAB0D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53955"/>
              </p:ext>
            </p:extLst>
          </p:nvPr>
        </p:nvGraphicFramePr>
        <p:xfrm>
          <a:off x="5710103" y="2086873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63763D-04A5-7877-0088-E5C18B78F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5553"/>
              </p:ext>
            </p:extLst>
          </p:nvPr>
        </p:nvGraphicFramePr>
        <p:xfrm>
          <a:off x="5254832" y="2378170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3DE6A1-D68F-AC60-F2EA-DF2EBDBF4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575921"/>
              </p:ext>
            </p:extLst>
          </p:nvPr>
        </p:nvGraphicFramePr>
        <p:xfrm>
          <a:off x="4797632" y="2673323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A4FD538-D1CF-9B7A-8603-A65910A3D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83018"/>
              </p:ext>
            </p:extLst>
          </p:nvPr>
        </p:nvGraphicFramePr>
        <p:xfrm>
          <a:off x="4342361" y="2964620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D192458-D434-64D3-940D-00C3A914C83B}"/>
              </a:ext>
            </a:extLst>
          </p:cNvPr>
          <p:cNvSpPr txBox="1"/>
          <p:nvPr/>
        </p:nvSpPr>
        <p:spPr>
          <a:xfrm>
            <a:off x="4363233" y="2943653"/>
            <a:ext cx="7393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0</a:t>
            </a:r>
            <a:r>
              <a:rPr lang="en-GB" sz="1100" dirty="0"/>
              <a:t> = 1950</a:t>
            </a:r>
            <a:endParaRPr lang="en-DE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75ADD4-8C69-C793-1662-E56F894F0966}"/>
              </a:ext>
            </a:extLst>
          </p:cNvPr>
          <p:cNvSpPr txBox="1"/>
          <p:nvPr/>
        </p:nvSpPr>
        <p:spPr>
          <a:xfrm>
            <a:off x="4802756" y="2648500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1</a:t>
            </a:r>
            <a:r>
              <a:rPr lang="en-GB" sz="1100" dirty="0"/>
              <a:t> = 950</a:t>
            </a:r>
            <a:endParaRPr lang="en-DE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35C2C9-353A-84DF-5EF3-50F48ACDAFE3}"/>
              </a:ext>
            </a:extLst>
          </p:cNvPr>
          <p:cNvSpPr txBox="1"/>
          <p:nvPr/>
        </p:nvSpPr>
        <p:spPr>
          <a:xfrm>
            <a:off x="5254832" y="2359635"/>
            <a:ext cx="6110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2</a:t>
            </a:r>
            <a:r>
              <a:rPr lang="en-GB" sz="1100" dirty="0"/>
              <a:t> = -50</a:t>
            </a:r>
            <a:endParaRPr lang="en-DE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9C9464-851E-84F1-073B-72242BD04DF3}"/>
              </a:ext>
            </a:extLst>
          </p:cNvPr>
          <p:cNvSpPr txBox="1"/>
          <p:nvPr/>
        </p:nvSpPr>
        <p:spPr>
          <a:xfrm>
            <a:off x="5740910" y="2074329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3</a:t>
            </a:r>
            <a:r>
              <a:rPr lang="en-GB" sz="1100" dirty="0"/>
              <a:t> = -1050</a:t>
            </a:r>
            <a:endParaRPr lang="en-DE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ED9638-884D-1C22-B406-92490AFE2CD7}"/>
              </a:ext>
            </a:extLst>
          </p:cNvPr>
          <p:cNvSpPr txBox="1"/>
          <p:nvPr/>
        </p:nvSpPr>
        <p:spPr>
          <a:xfrm>
            <a:off x="6198110" y="1779176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4</a:t>
            </a:r>
            <a:r>
              <a:rPr lang="en-GB" sz="1100" dirty="0"/>
              <a:t> = -2050</a:t>
            </a:r>
            <a:endParaRPr lang="en-DE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C918C-48D8-E20E-40DC-898638CC16E8}"/>
              </a:ext>
            </a:extLst>
          </p:cNvPr>
          <p:cNvSpPr txBox="1"/>
          <p:nvPr/>
        </p:nvSpPr>
        <p:spPr>
          <a:xfrm>
            <a:off x="6628807" y="1490311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5</a:t>
            </a:r>
            <a:r>
              <a:rPr lang="en-GB" sz="1100" dirty="0"/>
              <a:t> = -3050</a:t>
            </a:r>
            <a:endParaRPr lang="en-DE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1F7B0-E586-6F76-A351-B14CA5F0EC9C}"/>
              </a:ext>
            </a:extLst>
          </p:cNvPr>
          <p:cNvSpPr txBox="1"/>
          <p:nvPr/>
        </p:nvSpPr>
        <p:spPr>
          <a:xfrm>
            <a:off x="7087866" y="1195158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6</a:t>
            </a:r>
            <a:r>
              <a:rPr lang="en-GB" sz="1100" dirty="0"/>
              <a:t> = -4050</a:t>
            </a:r>
            <a:endParaRPr lang="en-DE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F3BE17-0BB4-8DF0-3DFF-A20382BA2C43}"/>
              </a:ext>
            </a:extLst>
          </p:cNvPr>
          <p:cNvSpPr txBox="1"/>
          <p:nvPr/>
        </p:nvSpPr>
        <p:spPr>
          <a:xfrm>
            <a:off x="8641535" y="224345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7</a:t>
            </a:r>
            <a:r>
              <a:rPr lang="en-GB" sz="1100" dirty="0"/>
              <a:t> = -5050</a:t>
            </a:r>
            <a:endParaRPr lang="en-DE" sz="11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4F4BDD-6730-9FED-7630-61F186638204}"/>
              </a:ext>
            </a:extLst>
          </p:cNvPr>
          <p:cNvCxnSpPr>
            <a:cxnSpLocks/>
          </p:cNvCxnSpPr>
          <p:nvPr/>
        </p:nvCxnSpPr>
        <p:spPr>
          <a:xfrm flipH="1">
            <a:off x="7516609" y="2047074"/>
            <a:ext cx="4595665" cy="2892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B4B7D45-1627-5312-8A70-D58D0228ED84}"/>
              </a:ext>
            </a:extLst>
          </p:cNvPr>
          <p:cNvSpPr txBox="1"/>
          <p:nvPr/>
        </p:nvSpPr>
        <p:spPr>
          <a:xfrm rot="19595775">
            <a:off x="9003314" y="388979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time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3AD4F0-411D-9B02-5808-6F9CB6A3A462}"/>
              </a:ext>
            </a:extLst>
          </p:cNvPr>
          <p:cNvSpPr/>
          <p:nvPr/>
        </p:nvSpPr>
        <p:spPr>
          <a:xfrm>
            <a:off x="10279112" y="2796137"/>
            <a:ext cx="175468" cy="1754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16BCB1-ABFE-1657-BA20-1C566A2AD991}"/>
              </a:ext>
            </a:extLst>
          </p:cNvPr>
          <p:cNvSpPr/>
          <p:nvPr/>
        </p:nvSpPr>
        <p:spPr>
          <a:xfrm>
            <a:off x="10612943" y="2564901"/>
            <a:ext cx="175468" cy="1754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3FCD857-B083-EFC0-1FDD-AEA4A13A31CD}"/>
              </a:ext>
            </a:extLst>
          </p:cNvPr>
          <p:cNvSpPr/>
          <p:nvPr/>
        </p:nvSpPr>
        <p:spPr>
          <a:xfrm>
            <a:off x="10939711" y="2358531"/>
            <a:ext cx="175468" cy="1754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D947F9C-B121-1F44-1BBD-2BF7499C5C66}"/>
              </a:ext>
            </a:extLst>
          </p:cNvPr>
          <p:cNvCxnSpPr/>
          <p:nvPr/>
        </p:nvCxnSpPr>
        <p:spPr>
          <a:xfrm>
            <a:off x="595799" y="3750943"/>
            <a:ext cx="0" cy="21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9010EE5-2765-E507-F1B0-09CAC8D86F5B}"/>
              </a:ext>
            </a:extLst>
          </p:cNvPr>
          <p:cNvCxnSpPr>
            <a:cxnSpLocks/>
          </p:cNvCxnSpPr>
          <p:nvPr/>
        </p:nvCxnSpPr>
        <p:spPr>
          <a:xfrm flipH="1">
            <a:off x="595799" y="5910943"/>
            <a:ext cx="270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D5D2FD1-C617-0218-27DF-F726925EAAD9}"/>
              </a:ext>
            </a:extLst>
          </p:cNvPr>
          <p:cNvSpPr txBox="1"/>
          <p:nvPr/>
        </p:nvSpPr>
        <p:spPr>
          <a:xfrm>
            <a:off x="6482038" y="515471"/>
            <a:ext cx="21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Temperature rasters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99B522-ACC0-5C56-0204-9B56A3741319}"/>
              </a:ext>
            </a:extLst>
          </p:cNvPr>
          <p:cNvSpPr txBox="1"/>
          <p:nvPr/>
        </p:nvSpPr>
        <p:spPr>
          <a:xfrm rot="16200000">
            <a:off x="-647883" y="4646276"/>
            <a:ext cx="1729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Temperature (T)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FC9051-B81E-78B7-9B54-581C8B2ADD49}"/>
              </a:ext>
            </a:extLst>
          </p:cNvPr>
          <p:cNvSpPr txBox="1"/>
          <p:nvPr/>
        </p:nvSpPr>
        <p:spPr>
          <a:xfrm>
            <a:off x="1655223" y="597450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</a:t>
            </a:r>
            <a:r>
              <a:rPr lang="en-DE" dirty="0"/>
              <a:t>ime (t)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11EFF13-D7EE-CDAE-EB71-664EB9225C83}"/>
              </a:ext>
            </a:extLst>
          </p:cNvPr>
          <p:cNvSpPr/>
          <p:nvPr/>
        </p:nvSpPr>
        <p:spPr>
          <a:xfrm>
            <a:off x="3158153" y="5219884"/>
            <a:ext cx="88320" cy="883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F78EEC3-33DC-4E76-6520-2A90399ED79B}"/>
              </a:ext>
            </a:extLst>
          </p:cNvPr>
          <p:cNvSpPr/>
          <p:nvPr/>
        </p:nvSpPr>
        <p:spPr>
          <a:xfrm>
            <a:off x="2893669" y="5195483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B399A26-A808-2FEB-D361-5905D9622001}"/>
              </a:ext>
            </a:extLst>
          </p:cNvPr>
          <p:cNvSpPr/>
          <p:nvPr/>
        </p:nvSpPr>
        <p:spPr>
          <a:xfrm>
            <a:off x="2629185" y="5089326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E3F96EC-4A54-E5B3-2091-EC08DDF28801}"/>
              </a:ext>
            </a:extLst>
          </p:cNvPr>
          <p:cNvSpPr/>
          <p:nvPr/>
        </p:nvSpPr>
        <p:spPr>
          <a:xfrm>
            <a:off x="2364701" y="5122103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A5762BA-617C-0268-565C-2C2CCA401347}"/>
              </a:ext>
            </a:extLst>
          </p:cNvPr>
          <p:cNvSpPr/>
          <p:nvPr/>
        </p:nvSpPr>
        <p:spPr>
          <a:xfrm>
            <a:off x="2100217" y="4966539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477D392-51F0-86A2-78BF-EDCEED9ED1AD}"/>
              </a:ext>
            </a:extLst>
          </p:cNvPr>
          <p:cNvSpPr/>
          <p:nvPr/>
        </p:nvSpPr>
        <p:spPr>
          <a:xfrm>
            <a:off x="1835733" y="4808010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E9AD1B6-7F8C-CDF3-A970-F0C6CDAA0859}"/>
              </a:ext>
            </a:extLst>
          </p:cNvPr>
          <p:cNvSpPr/>
          <p:nvPr/>
        </p:nvSpPr>
        <p:spPr>
          <a:xfrm>
            <a:off x="1571249" y="4825318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E06B1C0-192E-4586-C460-3FCF329D9CEC}"/>
              </a:ext>
            </a:extLst>
          </p:cNvPr>
          <p:cNvSpPr/>
          <p:nvPr/>
        </p:nvSpPr>
        <p:spPr>
          <a:xfrm>
            <a:off x="772965" y="4641995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39C2054-CF07-03DE-B8EA-0E3238791586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610021" y="5264044"/>
            <a:ext cx="2548132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1B9AE9-F7CD-1DF6-4E9B-782B445C380B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10021" y="4686154"/>
            <a:ext cx="16294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DF3E20-8F38-A02F-8F08-7D3F07CAE2C6}"/>
              </a:ext>
            </a:extLst>
          </p:cNvPr>
          <p:cNvCxnSpPr>
            <a:cxnSpLocks/>
          </p:cNvCxnSpPr>
          <p:nvPr/>
        </p:nvCxnSpPr>
        <p:spPr>
          <a:xfrm>
            <a:off x="789867" y="4794349"/>
            <a:ext cx="2424243" cy="360389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F466101-A0D9-8002-CCCF-49966DBCE571}"/>
              </a:ext>
            </a:extLst>
          </p:cNvPr>
          <p:cNvSpPr txBox="1"/>
          <p:nvPr/>
        </p:nvSpPr>
        <p:spPr>
          <a:xfrm>
            <a:off x="345390" y="5113830"/>
            <a:ext cx="5148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prstClr val="black"/>
                </a:solidFill>
                <a:latin typeface="Aptos" panose="02110004020202020204"/>
              </a:rPr>
              <a:t>T</a:t>
            </a:r>
            <a:r>
              <a:rPr kumimoji="0" lang="en-GB" sz="1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</a:t>
            </a:r>
            <a:endParaRPr lang="en-D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B94155-3395-F700-7864-A355DDC0EFBD}"/>
              </a:ext>
            </a:extLst>
          </p:cNvPr>
          <p:cNvSpPr txBox="1"/>
          <p:nvPr/>
        </p:nvSpPr>
        <p:spPr>
          <a:xfrm>
            <a:off x="345390" y="4546400"/>
            <a:ext cx="5148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prstClr val="black"/>
                </a:solidFill>
                <a:latin typeface="Aptos" panose="02110004020202020204"/>
              </a:rPr>
              <a:t>T</a:t>
            </a:r>
            <a:r>
              <a:rPr kumimoji="0" lang="en-GB" sz="1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endParaRPr lang="en-DE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D9CF64-E9CA-3587-9FAF-F2130CF2A72C}"/>
              </a:ext>
            </a:extLst>
          </p:cNvPr>
          <p:cNvSpPr txBox="1"/>
          <p:nvPr/>
        </p:nvSpPr>
        <p:spPr>
          <a:xfrm>
            <a:off x="5237495" y="5147889"/>
            <a:ext cx="2028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Net change = t</a:t>
            </a:r>
            <a:r>
              <a:rPr lang="en-DE" baseline="-25000" dirty="0"/>
              <a:t>0</a:t>
            </a:r>
            <a:r>
              <a:rPr lang="en-DE" dirty="0"/>
              <a:t> - t</a:t>
            </a:r>
            <a:r>
              <a:rPr lang="en-DE" baseline="-25000" dirty="0"/>
              <a:t>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0CD9F0-67AA-DBE9-F343-35DA1A715E9D}"/>
              </a:ext>
            </a:extLst>
          </p:cNvPr>
          <p:cNvSpPr txBox="1"/>
          <p:nvPr/>
        </p:nvSpPr>
        <p:spPr>
          <a:xfrm>
            <a:off x="1960106" y="3766925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Y = a +  </a:t>
            </a:r>
            <a:r>
              <a:rPr lang="en-D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  </a:t>
            </a:r>
            <a:r>
              <a:rPr lang="en-DE" dirty="0"/>
              <a:t>X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C551A53-6E90-ECA5-8714-30769343CC98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2447425" y="4136257"/>
            <a:ext cx="146829" cy="838842"/>
          </a:xfrm>
          <a:prstGeom prst="straightConnector1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90DBA258-F658-F210-4456-EFB9371D986E}"/>
              </a:ext>
            </a:extLst>
          </p:cNvPr>
          <p:cNvSpPr/>
          <p:nvPr/>
        </p:nvSpPr>
        <p:spPr>
          <a:xfrm>
            <a:off x="2680659" y="3805111"/>
            <a:ext cx="292959" cy="29295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7134F8-625A-B181-57A6-D64F75FCCE32}"/>
              </a:ext>
            </a:extLst>
          </p:cNvPr>
          <p:cNvSpPr txBox="1"/>
          <p:nvPr/>
        </p:nvSpPr>
        <p:spPr>
          <a:xfrm>
            <a:off x="2478314" y="344347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slope</a:t>
            </a:r>
            <a:endParaRPr lang="en-DE" b="1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106874D-7F69-4042-6551-C4849959B65E}"/>
              </a:ext>
            </a:extLst>
          </p:cNvPr>
          <p:cNvCxnSpPr>
            <a:cxnSpLocks/>
          </p:cNvCxnSpPr>
          <p:nvPr/>
        </p:nvCxnSpPr>
        <p:spPr>
          <a:xfrm>
            <a:off x="1491969" y="4667384"/>
            <a:ext cx="0" cy="22894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4E073DA-9EDB-A792-6021-0D47FBE3DC65}"/>
              </a:ext>
            </a:extLst>
          </p:cNvPr>
          <p:cNvCxnSpPr>
            <a:cxnSpLocks/>
          </p:cNvCxnSpPr>
          <p:nvPr/>
        </p:nvCxnSpPr>
        <p:spPr>
          <a:xfrm>
            <a:off x="1754273" y="4799164"/>
            <a:ext cx="0" cy="14062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8025E75-778E-7036-805C-8B3E6ABFDB7A}"/>
              </a:ext>
            </a:extLst>
          </p:cNvPr>
          <p:cNvCxnSpPr>
            <a:cxnSpLocks/>
          </p:cNvCxnSpPr>
          <p:nvPr/>
        </p:nvCxnSpPr>
        <p:spPr>
          <a:xfrm>
            <a:off x="2016576" y="4848912"/>
            <a:ext cx="0" cy="18175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AE4CC07-7670-3D1C-1DAA-66E3DA96E54E}"/>
              </a:ext>
            </a:extLst>
          </p:cNvPr>
          <p:cNvCxnSpPr>
            <a:cxnSpLocks/>
          </p:cNvCxnSpPr>
          <p:nvPr/>
        </p:nvCxnSpPr>
        <p:spPr>
          <a:xfrm>
            <a:off x="2270215" y="4988287"/>
            <a:ext cx="0" cy="229609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36D8B0C-4D9E-A5F1-8B4C-1F9D8381F141}"/>
              </a:ext>
            </a:extLst>
          </p:cNvPr>
          <p:cNvCxnSpPr>
            <a:cxnSpLocks/>
          </p:cNvCxnSpPr>
          <p:nvPr/>
        </p:nvCxnSpPr>
        <p:spPr>
          <a:xfrm>
            <a:off x="2553226" y="5077270"/>
            <a:ext cx="0" cy="14062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28D58F2-1E87-8E7C-1D6E-E1A7D5442EC3}"/>
              </a:ext>
            </a:extLst>
          </p:cNvPr>
          <p:cNvCxnSpPr>
            <a:cxnSpLocks/>
          </p:cNvCxnSpPr>
          <p:nvPr/>
        </p:nvCxnSpPr>
        <p:spPr>
          <a:xfrm>
            <a:off x="2789153" y="5113830"/>
            <a:ext cx="0" cy="18271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BE51A11-036E-7AC1-386B-B0A868EDA880}"/>
              </a:ext>
            </a:extLst>
          </p:cNvPr>
          <p:cNvCxnSpPr>
            <a:cxnSpLocks/>
          </p:cNvCxnSpPr>
          <p:nvPr/>
        </p:nvCxnSpPr>
        <p:spPr>
          <a:xfrm>
            <a:off x="3069041" y="5177644"/>
            <a:ext cx="0" cy="131607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FAC3B83-3935-558F-173F-DC954445803E}"/>
              </a:ext>
            </a:extLst>
          </p:cNvPr>
          <p:cNvSpPr txBox="1"/>
          <p:nvPr/>
        </p:nvSpPr>
        <p:spPr>
          <a:xfrm>
            <a:off x="1458335" y="4962976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1</a:t>
            </a:r>
            <a:endParaRPr lang="en-DE" sz="600" dirty="0"/>
          </a:p>
        </p:txBody>
      </p:sp>
      <p:pic>
        <p:nvPicPr>
          <p:cNvPr id="96" name="Picture 95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9912F972-22CC-1683-285A-A06F605AEC2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1450656" y="4968673"/>
            <a:ext cx="60743" cy="9070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4B7BFB8-3868-5A44-59D4-C9B2CEE92715}"/>
              </a:ext>
            </a:extLst>
          </p:cNvPr>
          <p:cNvSpPr txBox="1"/>
          <p:nvPr/>
        </p:nvSpPr>
        <p:spPr>
          <a:xfrm>
            <a:off x="1709807" y="4973095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2</a:t>
            </a:r>
            <a:endParaRPr lang="en-DE" sz="600" dirty="0"/>
          </a:p>
        </p:txBody>
      </p:sp>
      <p:pic>
        <p:nvPicPr>
          <p:cNvPr id="99" name="Picture 98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7D3B5651-74F6-5F68-68D4-CA49685F615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1702128" y="4978792"/>
            <a:ext cx="60743" cy="90705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59288B18-8C00-A7F1-F877-BEC9CF01CAE7}"/>
              </a:ext>
            </a:extLst>
          </p:cNvPr>
          <p:cNvSpPr txBox="1"/>
          <p:nvPr/>
        </p:nvSpPr>
        <p:spPr>
          <a:xfrm>
            <a:off x="1938407" y="5058336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3</a:t>
            </a:r>
            <a:endParaRPr lang="en-DE" sz="600" dirty="0"/>
          </a:p>
        </p:txBody>
      </p:sp>
      <p:pic>
        <p:nvPicPr>
          <p:cNvPr id="101" name="Picture 100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16EBA1F6-D479-DD33-F18F-0D333D81098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1930728" y="5064033"/>
            <a:ext cx="60743" cy="9070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BD587BBE-C44F-9CC8-2D5B-1C8547432CB5}"/>
              </a:ext>
            </a:extLst>
          </p:cNvPr>
          <p:cNvSpPr txBox="1"/>
          <p:nvPr/>
        </p:nvSpPr>
        <p:spPr>
          <a:xfrm>
            <a:off x="2229000" y="5279186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4</a:t>
            </a:r>
            <a:endParaRPr lang="en-DE" sz="600" dirty="0"/>
          </a:p>
        </p:txBody>
      </p:sp>
      <p:pic>
        <p:nvPicPr>
          <p:cNvPr id="103" name="Picture 102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33B8BBF5-D2F7-AB10-71AE-AFE0051754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2221321" y="5284883"/>
            <a:ext cx="60743" cy="90705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A4E3AB6C-6687-271F-A018-0A539857EDBE}"/>
              </a:ext>
            </a:extLst>
          </p:cNvPr>
          <p:cNvSpPr txBox="1"/>
          <p:nvPr/>
        </p:nvSpPr>
        <p:spPr>
          <a:xfrm>
            <a:off x="2500221" y="5279186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5</a:t>
            </a:r>
            <a:endParaRPr lang="en-DE" sz="600" dirty="0"/>
          </a:p>
        </p:txBody>
      </p:sp>
      <p:pic>
        <p:nvPicPr>
          <p:cNvPr id="105" name="Picture 104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DC85F5AE-8512-C8D9-821E-B2A647B7658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2492542" y="5284883"/>
            <a:ext cx="60743" cy="90705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94F64B4A-D08F-3EDF-0955-DDEB7964DAFB}"/>
              </a:ext>
            </a:extLst>
          </p:cNvPr>
          <p:cNvSpPr txBox="1"/>
          <p:nvPr/>
        </p:nvSpPr>
        <p:spPr>
          <a:xfrm>
            <a:off x="2732695" y="5321806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6</a:t>
            </a:r>
            <a:endParaRPr lang="en-DE" sz="600" dirty="0"/>
          </a:p>
        </p:txBody>
      </p:sp>
      <p:pic>
        <p:nvPicPr>
          <p:cNvPr id="107" name="Picture 106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D37684FD-4363-E941-5D05-0D3C28F49B4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2725016" y="5327503"/>
            <a:ext cx="60743" cy="90705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CB18BE07-E78D-4D5D-584E-D54717A1BEA5}"/>
              </a:ext>
            </a:extLst>
          </p:cNvPr>
          <p:cNvSpPr txBox="1"/>
          <p:nvPr/>
        </p:nvSpPr>
        <p:spPr>
          <a:xfrm>
            <a:off x="3018150" y="5337129"/>
            <a:ext cx="1017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/>
              <a:t>7</a:t>
            </a:r>
            <a:endParaRPr lang="en-DE" sz="600" dirty="0"/>
          </a:p>
        </p:txBody>
      </p:sp>
      <p:pic>
        <p:nvPicPr>
          <p:cNvPr id="109" name="Picture 108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8E4D6A18-9073-B04F-F31B-B1C50C1B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3010471" y="5342826"/>
            <a:ext cx="60743" cy="90705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7BFFF67A-5D2A-816D-C6D6-83AC73FBBB92}"/>
              </a:ext>
            </a:extLst>
          </p:cNvPr>
          <p:cNvSpPr txBox="1"/>
          <p:nvPr/>
        </p:nvSpPr>
        <p:spPr>
          <a:xfrm>
            <a:off x="7148102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1</a:t>
            </a:r>
            <a:endParaRPr lang="en-DE" sz="800" dirty="0"/>
          </a:p>
        </p:txBody>
      </p:sp>
      <p:pic>
        <p:nvPicPr>
          <p:cNvPr id="111" name="Picture 110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B6736A98-E5BE-C364-27B6-9D3EFD26147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7129444" y="5788532"/>
            <a:ext cx="115038" cy="171781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CA6E4AF1-50AA-0292-0313-C931D9C0BEC3}"/>
              </a:ext>
            </a:extLst>
          </p:cNvPr>
          <p:cNvSpPr txBox="1"/>
          <p:nvPr/>
        </p:nvSpPr>
        <p:spPr>
          <a:xfrm>
            <a:off x="7405957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2</a:t>
            </a:r>
            <a:endParaRPr lang="en-DE" sz="800" dirty="0"/>
          </a:p>
        </p:txBody>
      </p:sp>
      <p:pic>
        <p:nvPicPr>
          <p:cNvPr id="113" name="Picture 112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65F2243C-6C86-A457-E05F-6855EF1A7F8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7387299" y="5788532"/>
            <a:ext cx="115038" cy="171781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A49D6FE0-A6A4-4834-AC6E-A4E54ED4558C}"/>
              </a:ext>
            </a:extLst>
          </p:cNvPr>
          <p:cNvSpPr txBox="1"/>
          <p:nvPr/>
        </p:nvSpPr>
        <p:spPr>
          <a:xfrm>
            <a:off x="7663812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3</a:t>
            </a:r>
            <a:endParaRPr lang="en-DE" sz="800" dirty="0"/>
          </a:p>
        </p:txBody>
      </p:sp>
      <p:pic>
        <p:nvPicPr>
          <p:cNvPr id="115" name="Picture 114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41580813-DDC7-BBA9-27D4-1875146CE38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7645154" y="5788532"/>
            <a:ext cx="115038" cy="171781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3A15BBF8-0EE1-1B7A-124F-DD6D20F8A850}"/>
              </a:ext>
            </a:extLst>
          </p:cNvPr>
          <p:cNvSpPr txBox="1"/>
          <p:nvPr/>
        </p:nvSpPr>
        <p:spPr>
          <a:xfrm>
            <a:off x="7921667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4</a:t>
            </a:r>
            <a:endParaRPr lang="en-DE" sz="800" dirty="0"/>
          </a:p>
        </p:txBody>
      </p:sp>
      <p:pic>
        <p:nvPicPr>
          <p:cNvPr id="117" name="Picture 116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933F1D68-669E-3E32-478E-36D215B132A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7903009" y="5788532"/>
            <a:ext cx="115038" cy="171781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AB96C302-B002-51CB-F355-C878A9DE663F}"/>
              </a:ext>
            </a:extLst>
          </p:cNvPr>
          <p:cNvSpPr txBox="1"/>
          <p:nvPr/>
        </p:nvSpPr>
        <p:spPr>
          <a:xfrm>
            <a:off x="8179522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5</a:t>
            </a:r>
            <a:endParaRPr lang="en-DE" sz="800" dirty="0"/>
          </a:p>
        </p:txBody>
      </p:sp>
      <p:pic>
        <p:nvPicPr>
          <p:cNvPr id="119" name="Picture 118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8E7EEDF2-B2F8-8970-CA2C-0E44370B16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8160864" y="5788532"/>
            <a:ext cx="115038" cy="171781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B951DCC6-D67A-C3D8-5F2F-8E44FD8D400F}"/>
              </a:ext>
            </a:extLst>
          </p:cNvPr>
          <p:cNvSpPr txBox="1"/>
          <p:nvPr/>
        </p:nvSpPr>
        <p:spPr>
          <a:xfrm>
            <a:off x="8437377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6</a:t>
            </a:r>
            <a:endParaRPr lang="en-DE" sz="800" dirty="0"/>
          </a:p>
        </p:txBody>
      </p:sp>
      <p:pic>
        <p:nvPicPr>
          <p:cNvPr id="121" name="Picture 120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6D05408A-B1FC-0C14-AA31-BAE067B55B4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8418719" y="5788532"/>
            <a:ext cx="115038" cy="171781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091A63AA-9259-96FC-A75D-1C11DEE4AAD2}"/>
              </a:ext>
            </a:extLst>
          </p:cNvPr>
          <p:cNvSpPr txBox="1"/>
          <p:nvPr/>
        </p:nvSpPr>
        <p:spPr>
          <a:xfrm>
            <a:off x="8695232" y="5852591"/>
            <a:ext cx="192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/>
              <a:t>7</a:t>
            </a:r>
            <a:endParaRPr lang="en-DE" sz="800" dirty="0"/>
          </a:p>
        </p:txBody>
      </p:sp>
      <p:pic>
        <p:nvPicPr>
          <p:cNvPr id="123" name="Picture 122" descr="Delta-Symbol für griechische Buchstaben , Delta-Symbol: Stock-Vektorgrafik  (Lizenzfrei) 446456212 | Shutterstock">
            <a:extLst>
              <a:ext uri="{FF2B5EF4-FFF2-40B4-BE49-F238E27FC236}">
                <a16:creationId xmlns:a16="http://schemas.microsoft.com/office/drawing/2014/main" id="{0728E05C-E46C-5C96-6CB5-65338EB1EF2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320" r="16370" b="6669"/>
          <a:stretch>
            <a:fillRect/>
          </a:stretch>
        </p:blipFill>
        <p:spPr>
          <a:xfrm>
            <a:off x="8676574" y="5788532"/>
            <a:ext cx="115038" cy="171781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80419AE9-973D-41C3-3874-32361F99F37F}"/>
              </a:ext>
            </a:extLst>
          </p:cNvPr>
          <p:cNvSpPr txBox="1"/>
          <p:nvPr/>
        </p:nvSpPr>
        <p:spPr>
          <a:xfrm>
            <a:off x="7193626" y="5751367"/>
            <a:ext cx="286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/>
              <a:t>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8B29D49-A5DC-6189-78F3-69CA5CE96F72}"/>
              </a:ext>
            </a:extLst>
          </p:cNvPr>
          <p:cNvSpPr txBox="1"/>
          <p:nvPr/>
        </p:nvSpPr>
        <p:spPr>
          <a:xfrm>
            <a:off x="7468721" y="5743617"/>
            <a:ext cx="286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/>
              <a:t>+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A1EBF06-55CE-C1F2-15E9-A722ACED9402}"/>
              </a:ext>
            </a:extLst>
          </p:cNvPr>
          <p:cNvSpPr txBox="1"/>
          <p:nvPr/>
        </p:nvSpPr>
        <p:spPr>
          <a:xfrm>
            <a:off x="7724443" y="5747491"/>
            <a:ext cx="286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/>
              <a:t>+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CD76E53-902B-926A-4797-BA7A3C11F593}"/>
              </a:ext>
            </a:extLst>
          </p:cNvPr>
          <p:cNvSpPr txBox="1"/>
          <p:nvPr/>
        </p:nvSpPr>
        <p:spPr>
          <a:xfrm>
            <a:off x="7964667" y="5747491"/>
            <a:ext cx="286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/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F9A3564-A973-474B-22E5-AA2059C8AC37}"/>
              </a:ext>
            </a:extLst>
          </p:cNvPr>
          <p:cNvSpPr txBox="1"/>
          <p:nvPr/>
        </p:nvSpPr>
        <p:spPr>
          <a:xfrm>
            <a:off x="8220389" y="5747491"/>
            <a:ext cx="286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/>
              <a:t>+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1D49253-7145-8C3F-2055-B89C524368AB}"/>
              </a:ext>
            </a:extLst>
          </p:cNvPr>
          <p:cNvSpPr txBox="1"/>
          <p:nvPr/>
        </p:nvSpPr>
        <p:spPr>
          <a:xfrm>
            <a:off x="8483860" y="5747491"/>
            <a:ext cx="286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/>
              <a:t>+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0619301-D55D-612C-256B-5A4BC7D6CF69}"/>
              </a:ext>
            </a:extLst>
          </p:cNvPr>
          <p:cNvSpPr txBox="1"/>
          <p:nvPr/>
        </p:nvSpPr>
        <p:spPr>
          <a:xfrm>
            <a:off x="4802717" y="5706228"/>
            <a:ext cx="2326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Cumulative change = </a:t>
            </a:r>
            <a:endParaRPr lang="en-DE" baseline="-250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D8E52E3-F4CD-734D-EF21-C3C891F9CC9E}"/>
              </a:ext>
            </a:extLst>
          </p:cNvPr>
          <p:cNvSpPr txBox="1"/>
          <p:nvPr/>
        </p:nvSpPr>
        <p:spPr>
          <a:xfrm>
            <a:off x="6890608" y="310528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>
                <a:solidFill>
                  <a:schemeClr val="bg1"/>
                </a:solidFill>
              </a:rPr>
              <a:t>T</a:t>
            </a:r>
            <a:r>
              <a:rPr lang="en-DE" sz="1200" baseline="-250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1FD3E3A-695F-48CF-C46A-C057BAE21427}"/>
              </a:ext>
            </a:extLst>
          </p:cNvPr>
          <p:cNvSpPr txBox="1"/>
          <p:nvPr/>
        </p:nvSpPr>
        <p:spPr>
          <a:xfrm>
            <a:off x="7358608" y="282448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ECE1188-5C51-4930-E66E-45BCDB0D0D3F}"/>
              </a:ext>
            </a:extLst>
          </p:cNvPr>
          <p:cNvSpPr txBox="1"/>
          <p:nvPr/>
        </p:nvSpPr>
        <p:spPr>
          <a:xfrm>
            <a:off x="7815427" y="2533280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3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ADBD67D-0C69-0DC5-84E1-A358A8137734}"/>
              </a:ext>
            </a:extLst>
          </p:cNvPr>
          <p:cNvSpPr txBox="1"/>
          <p:nvPr/>
        </p:nvSpPr>
        <p:spPr>
          <a:xfrm>
            <a:off x="8254627" y="2223680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C4AA5F1-4173-AE62-0E93-2BD63733A1D5}"/>
              </a:ext>
            </a:extLst>
          </p:cNvPr>
          <p:cNvSpPr txBox="1"/>
          <p:nvPr/>
        </p:nvSpPr>
        <p:spPr>
          <a:xfrm>
            <a:off x="8729827" y="1950080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5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0030239-E8FE-9725-FE3B-6072D552607B}"/>
              </a:ext>
            </a:extLst>
          </p:cNvPr>
          <p:cNvSpPr txBox="1"/>
          <p:nvPr/>
        </p:nvSpPr>
        <p:spPr>
          <a:xfrm>
            <a:off x="9183427" y="1647680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6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26F6871-98CA-9335-5B7B-F13534591D7B}"/>
              </a:ext>
            </a:extLst>
          </p:cNvPr>
          <p:cNvSpPr txBox="1"/>
          <p:nvPr/>
        </p:nvSpPr>
        <p:spPr>
          <a:xfrm>
            <a:off x="9644227" y="1366880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7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7B60509-A272-016C-562B-1B6C78F94E42}"/>
              </a:ext>
            </a:extLst>
          </p:cNvPr>
          <p:cNvSpPr txBox="1"/>
          <p:nvPr/>
        </p:nvSpPr>
        <p:spPr>
          <a:xfrm>
            <a:off x="11192438" y="372048"/>
            <a:ext cx="307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T</a:t>
            </a:r>
            <a:r>
              <a:rPr lang="en-DE" sz="1200" baseline="-25000" dirty="0"/>
              <a:t>n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95505E7-D0ED-0C9B-6674-D6770285401B}"/>
              </a:ext>
            </a:extLst>
          </p:cNvPr>
          <p:cNvSpPr/>
          <p:nvPr/>
        </p:nvSpPr>
        <p:spPr>
          <a:xfrm flipH="1" flipV="1">
            <a:off x="953912" y="5822731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C4473C8-DD75-ACBD-91D8-E5ABE5F25A1F}"/>
              </a:ext>
            </a:extLst>
          </p:cNvPr>
          <p:cNvSpPr/>
          <p:nvPr/>
        </p:nvSpPr>
        <p:spPr>
          <a:xfrm flipH="1" flipV="1">
            <a:off x="1063378" y="5824329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0BC3361-4DD8-4DF6-BF60-FFFC74F4D0FE}"/>
              </a:ext>
            </a:extLst>
          </p:cNvPr>
          <p:cNvSpPr/>
          <p:nvPr/>
        </p:nvSpPr>
        <p:spPr>
          <a:xfrm flipH="1" flipV="1">
            <a:off x="1174242" y="5825390"/>
            <a:ext cx="45720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8AA6709-FEAD-23AC-190E-B8757E88CF6F}"/>
              </a:ext>
            </a:extLst>
          </p:cNvPr>
          <p:cNvSpPr txBox="1"/>
          <p:nvPr/>
        </p:nvSpPr>
        <p:spPr>
          <a:xfrm>
            <a:off x="5072406" y="6218739"/>
            <a:ext cx="205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408462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CBA7-D678-E54D-4AC0-2BD04499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B312A6-AD88-AF6F-D28A-6E6CAA3A5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594905"/>
              </p:ext>
            </p:extLst>
          </p:nvPr>
        </p:nvGraphicFramePr>
        <p:xfrm>
          <a:off x="8536240" y="501036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261F7B-D5BA-8ED5-1A20-8C910E1F7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693788"/>
              </p:ext>
            </p:extLst>
          </p:nvPr>
        </p:nvGraphicFramePr>
        <p:xfrm>
          <a:off x="6953013" y="1495211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411079-0D94-9EEF-BE1A-F572E4C1E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870318"/>
              </p:ext>
            </p:extLst>
          </p:nvPr>
        </p:nvGraphicFramePr>
        <p:xfrm>
          <a:off x="6495813" y="1790364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48905B-A9CC-65F2-168C-1418A6F81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85188"/>
              </p:ext>
            </p:extLst>
          </p:nvPr>
        </p:nvGraphicFramePr>
        <p:xfrm>
          <a:off x="6040542" y="2081661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017AE7-FBA7-565E-8596-3ABB80C3C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685032"/>
              </p:ext>
            </p:extLst>
          </p:nvPr>
        </p:nvGraphicFramePr>
        <p:xfrm>
          <a:off x="5571463" y="2366967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F47E671-0A79-A1CA-69C2-34F0250A7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05225"/>
              </p:ext>
            </p:extLst>
          </p:nvPr>
        </p:nvGraphicFramePr>
        <p:xfrm>
          <a:off x="5116192" y="2658264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C4E419-A1D5-03E5-6C0E-3F0137BE8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98923"/>
              </p:ext>
            </p:extLst>
          </p:nvPr>
        </p:nvGraphicFramePr>
        <p:xfrm>
          <a:off x="4658992" y="2953417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EA6C74C-6360-FA15-B841-7340437D6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24180"/>
              </p:ext>
            </p:extLst>
          </p:nvPr>
        </p:nvGraphicFramePr>
        <p:xfrm>
          <a:off x="4203721" y="3244714"/>
          <a:ext cx="2998500" cy="197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00">
                  <a:extLst>
                    <a:ext uri="{9D8B030D-6E8A-4147-A177-3AD203B41FA5}">
                      <a16:colId xmlns:a16="http://schemas.microsoft.com/office/drawing/2014/main" val="27900214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26244521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68215600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97001637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329635423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46302713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2013735147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56957951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637200944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4135508802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4342409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554476368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730182216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1292941983"/>
                    </a:ext>
                  </a:extLst>
                </a:gridCol>
                <a:gridCol w="199900">
                  <a:extLst>
                    <a:ext uri="{9D8B030D-6E8A-4147-A177-3AD203B41FA5}">
                      <a16:colId xmlns:a16="http://schemas.microsoft.com/office/drawing/2014/main" val="59168690"/>
                    </a:ext>
                  </a:extLst>
                </a:gridCol>
              </a:tblGrid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2531333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832510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686406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5911955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0933256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462539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019002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311601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/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0568978"/>
                  </a:ext>
                </a:extLst>
              </a:tr>
              <a:tr h="197517"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900" dirty="0"/>
                    </a:p>
                  </a:txBody>
                  <a:tcPr marL="51009" marR="51009" marT="25505" marB="255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256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EC5211F-2837-9BCE-150A-26DC26E8BAC3}"/>
              </a:ext>
            </a:extLst>
          </p:cNvPr>
          <p:cNvSpPr txBox="1"/>
          <p:nvPr/>
        </p:nvSpPr>
        <p:spPr>
          <a:xfrm>
            <a:off x="4224593" y="3223747"/>
            <a:ext cx="7393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0</a:t>
            </a:r>
            <a:r>
              <a:rPr lang="en-GB" sz="1100" dirty="0"/>
              <a:t> = 1950</a:t>
            </a:r>
            <a:endParaRPr lang="en-DE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A66A9-3D71-9F44-D344-C3FC574BD564}"/>
              </a:ext>
            </a:extLst>
          </p:cNvPr>
          <p:cNvSpPr txBox="1"/>
          <p:nvPr/>
        </p:nvSpPr>
        <p:spPr>
          <a:xfrm>
            <a:off x="4664116" y="2928594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1</a:t>
            </a:r>
            <a:r>
              <a:rPr lang="en-GB" sz="1100" dirty="0"/>
              <a:t> = 950</a:t>
            </a:r>
            <a:endParaRPr lang="en-DE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E5494-0C59-3F30-053F-43DDFAC3DF72}"/>
              </a:ext>
            </a:extLst>
          </p:cNvPr>
          <p:cNvSpPr txBox="1"/>
          <p:nvPr/>
        </p:nvSpPr>
        <p:spPr>
          <a:xfrm>
            <a:off x="5116192" y="2639729"/>
            <a:ext cx="6110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2</a:t>
            </a:r>
            <a:r>
              <a:rPr lang="en-GB" sz="1100" dirty="0"/>
              <a:t> = -50</a:t>
            </a:r>
            <a:endParaRPr lang="en-DE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8003F-9E9C-F81C-C2C2-0A4F6FD9CB90}"/>
              </a:ext>
            </a:extLst>
          </p:cNvPr>
          <p:cNvSpPr txBox="1"/>
          <p:nvPr/>
        </p:nvSpPr>
        <p:spPr>
          <a:xfrm>
            <a:off x="5602270" y="2354423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3</a:t>
            </a:r>
            <a:r>
              <a:rPr lang="en-GB" sz="1100" dirty="0"/>
              <a:t> = -1050</a:t>
            </a:r>
            <a:endParaRPr lang="en-DE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16F1CF-AF70-04A6-D316-A78A20683EA8}"/>
              </a:ext>
            </a:extLst>
          </p:cNvPr>
          <p:cNvSpPr txBox="1"/>
          <p:nvPr/>
        </p:nvSpPr>
        <p:spPr>
          <a:xfrm>
            <a:off x="6059470" y="2059270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4</a:t>
            </a:r>
            <a:r>
              <a:rPr lang="en-GB" sz="1100" dirty="0"/>
              <a:t> = -2050</a:t>
            </a:r>
            <a:endParaRPr lang="en-DE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E9F838-5A8E-58F9-AEB2-9C1A46D0D7AF}"/>
              </a:ext>
            </a:extLst>
          </p:cNvPr>
          <p:cNvSpPr txBox="1"/>
          <p:nvPr/>
        </p:nvSpPr>
        <p:spPr>
          <a:xfrm>
            <a:off x="6490167" y="1770405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5</a:t>
            </a:r>
            <a:r>
              <a:rPr lang="en-GB" sz="1100" dirty="0"/>
              <a:t> = -3050</a:t>
            </a:r>
            <a:endParaRPr lang="en-DE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CC3C5B-1CF1-A66C-EB72-2FA181CAEEFE}"/>
              </a:ext>
            </a:extLst>
          </p:cNvPr>
          <p:cNvSpPr txBox="1"/>
          <p:nvPr/>
        </p:nvSpPr>
        <p:spPr>
          <a:xfrm>
            <a:off x="6949226" y="1475252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</a:t>
            </a:r>
            <a:r>
              <a:rPr lang="en-GB" sz="1100" baseline="-25000" dirty="0"/>
              <a:t>6</a:t>
            </a:r>
            <a:r>
              <a:rPr lang="en-GB" sz="1100" dirty="0"/>
              <a:t> = -4050</a:t>
            </a:r>
            <a:endParaRPr lang="en-DE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5F44AA-8C4F-1A12-6457-172EF3D661DA}"/>
              </a:ext>
            </a:extLst>
          </p:cNvPr>
          <p:cNvSpPr txBox="1"/>
          <p:nvPr/>
        </p:nvSpPr>
        <p:spPr>
          <a:xfrm>
            <a:off x="8536240" y="493993"/>
            <a:ext cx="7633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err="1"/>
              <a:t>t</a:t>
            </a:r>
            <a:r>
              <a:rPr lang="en-GB" sz="1100" baseline="-25000" dirty="0" err="1"/>
              <a:t>n</a:t>
            </a:r>
            <a:r>
              <a:rPr lang="en-GB" sz="1100" dirty="0"/>
              <a:t> = -5050</a:t>
            </a:r>
            <a:endParaRPr lang="en-DE" sz="11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41A85B-2E24-4319-9B18-88586AF93E65}"/>
              </a:ext>
            </a:extLst>
          </p:cNvPr>
          <p:cNvCxnSpPr>
            <a:cxnSpLocks/>
          </p:cNvCxnSpPr>
          <p:nvPr/>
        </p:nvCxnSpPr>
        <p:spPr>
          <a:xfrm flipH="1">
            <a:off x="7471252" y="2449415"/>
            <a:ext cx="4467154" cy="2770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8AEBAD-3C89-49DC-2A07-B999A1592E56}"/>
              </a:ext>
            </a:extLst>
          </p:cNvPr>
          <p:cNvSpPr txBox="1"/>
          <p:nvPr/>
        </p:nvSpPr>
        <p:spPr>
          <a:xfrm rot="19595775">
            <a:off x="8864674" y="41698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time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0366B9-978B-7AB3-6BCF-2C2DDD7F71F6}"/>
              </a:ext>
            </a:extLst>
          </p:cNvPr>
          <p:cNvSpPr/>
          <p:nvPr/>
        </p:nvSpPr>
        <p:spPr>
          <a:xfrm>
            <a:off x="10119467" y="3136013"/>
            <a:ext cx="175468" cy="1754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9E9B2D5-4812-6186-BB74-F744C6543B93}"/>
              </a:ext>
            </a:extLst>
          </p:cNvPr>
          <p:cNvSpPr/>
          <p:nvPr/>
        </p:nvSpPr>
        <p:spPr>
          <a:xfrm>
            <a:off x="10536395" y="2865683"/>
            <a:ext cx="175468" cy="1754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E25EFDB-5201-F2A6-0224-4E9E97FA010A}"/>
              </a:ext>
            </a:extLst>
          </p:cNvPr>
          <p:cNvSpPr/>
          <p:nvPr/>
        </p:nvSpPr>
        <p:spPr>
          <a:xfrm>
            <a:off x="10968679" y="2602481"/>
            <a:ext cx="175468" cy="1754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52CE9B-9446-1EF1-1315-EB53BED7437A}"/>
              </a:ext>
            </a:extLst>
          </p:cNvPr>
          <p:cNvCxnSpPr/>
          <p:nvPr/>
        </p:nvCxnSpPr>
        <p:spPr>
          <a:xfrm>
            <a:off x="1142999" y="3750943"/>
            <a:ext cx="0" cy="21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53EF614-C77C-A28C-F0C8-BE3E9707E798}"/>
              </a:ext>
            </a:extLst>
          </p:cNvPr>
          <p:cNvCxnSpPr>
            <a:cxnSpLocks/>
          </p:cNvCxnSpPr>
          <p:nvPr/>
        </p:nvCxnSpPr>
        <p:spPr>
          <a:xfrm flipH="1">
            <a:off x="1142999" y="5910943"/>
            <a:ext cx="216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1C96CE6-7804-6557-43DD-26DF3E84FB29}"/>
              </a:ext>
            </a:extLst>
          </p:cNvPr>
          <p:cNvSpPr txBox="1"/>
          <p:nvPr/>
        </p:nvSpPr>
        <p:spPr>
          <a:xfrm>
            <a:off x="6191591" y="786644"/>
            <a:ext cx="21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Temperature rasters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B39EE6-12A7-A08E-76D5-810DDB1C5D16}"/>
              </a:ext>
            </a:extLst>
          </p:cNvPr>
          <p:cNvSpPr txBox="1"/>
          <p:nvPr/>
        </p:nvSpPr>
        <p:spPr>
          <a:xfrm rot="16200000">
            <a:off x="45190" y="4646276"/>
            <a:ext cx="1438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Temperature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4B846F-E616-5C61-A1CD-8BE6B8F768B8}"/>
              </a:ext>
            </a:extLst>
          </p:cNvPr>
          <p:cNvSpPr txBox="1"/>
          <p:nvPr/>
        </p:nvSpPr>
        <p:spPr>
          <a:xfrm>
            <a:off x="1888612" y="598833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time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E442150-3529-E97A-EE3C-2285D5310AEA}"/>
              </a:ext>
            </a:extLst>
          </p:cNvPr>
          <p:cNvSpPr/>
          <p:nvPr/>
        </p:nvSpPr>
        <p:spPr>
          <a:xfrm>
            <a:off x="3158153" y="5219884"/>
            <a:ext cx="88320" cy="883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A19CD1B-4E97-1D42-FAD9-629D7E24BB25}"/>
              </a:ext>
            </a:extLst>
          </p:cNvPr>
          <p:cNvSpPr/>
          <p:nvPr/>
        </p:nvSpPr>
        <p:spPr>
          <a:xfrm>
            <a:off x="2893669" y="5195483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E2D4D55-4E38-FC94-6BA1-8F30E9C107DF}"/>
              </a:ext>
            </a:extLst>
          </p:cNvPr>
          <p:cNvSpPr/>
          <p:nvPr/>
        </p:nvSpPr>
        <p:spPr>
          <a:xfrm>
            <a:off x="2629185" y="5089326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606D1FE-B5C7-17F7-7B03-356CECE5ED8C}"/>
              </a:ext>
            </a:extLst>
          </p:cNvPr>
          <p:cNvSpPr/>
          <p:nvPr/>
        </p:nvSpPr>
        <p:spPr>
          <a:xfrm>
            <a:off x="2364701" y="5122103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73223A4-B2F9-C697-D39A-30C495486ABF}"/>
              </a:ext>
            </a:extLst>
          </p:cNvPr>
          <p:cNvSpPr/>
          <p:nvPr/>
        </p:nvSpPr>
        <p:spPr>
          <a:xfrm>
            <a:off x="2100217" y="4966539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227B512-0C98-82C6-9AE6-D59B660FBC82}"/>
              </a:ext>
            </a:extLst>
          </p:cNvPr>
          <p:cNvSpPr/>
          <p:nvPr/>
        </p:nvSpPr>
        <p:spPr>
          <a:xfrm>
            <a:off x="1835733" y="4808010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53E1505-20C1-2AD6-9E7B-FEA541A7A4DE}"/>
              </a:ext>
            </a:extLst>
          </p:cNvPr>
          <p:cNvSpPr/>
          <p:nvPr/>
        </p:nvSpPr>
        <p:spPr>
          <a:xfrm>
            <a:off x="1571249" y="4825318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2CE99B6-B0D6-A361-BC9C-9A4A4CE910A5}"/>
              </a:ext>
            </a:extLst>
          </p:cNvPr>
          <p:cNvSpPr/>
          <p:nvPr/>
        </p:nvSpPr>
        <p:spPr>
          <a:xfrm>
            <a:off x="1312965" y="4641995"/>
            <a:ext cx="88318" cy="883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AEC84B-E251-77E5-A08D-A7BBC6064F18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1150021" y="5264044"/>
            <a:ext cx="2008132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39963A8-4722-5F01-DDE5-74C9EAB3A1A6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150021" y="4686154"/>
            <a:ext cx="16294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3673980-163A-2849-F90A-D8CCAC85552E}"/>
              </a:ext>
            </a:extLst>
          </p:cNvPr>
          <p:cNvCxnSpPr>
            <a:cxnSpLocks/>
          </p:cNvCxnSpPr>
          <p:nvPr/>
        </p:nvCxnSpPr>
        <p:spPr>
          <a:xfrm>
            <a:off x="1357124" y="4783155"/>
            <a:ext cx="1845189" cy="383888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3AF5D8E-60B7-7FED-630B-B9EEE68035EF}"/>
              </a:ext>
            </a:extLst>
          </p:cNvPr>
          <p:cNvSpPr txBox="1"/>
          <p:nvPr/>
        </p:nvSpPr>
        <p:spPr>
          <a:xfrm>
            <a:off x="892590" y="5113830"/>
            <a:ext cx="5148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  <a:r>
              <a:rPr kumimoji="0" lang="en-GB" sz="1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</a:t>
            </a:r>
            <a:endParaRPr lang="en-D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D02B91-3D97-743D-048B-FD3660AABD1E}"/>
              </a:ext>
            </a:extLst>
          </p:cNvPr>
          <p:cNvSpPr txBox="1"/>
          <p:nvPr/>
        </p:nvSpPr>
        <p:spPr>
          <a:xfrm>
            <a:off x="892590" y="4546400"/>
            <a:ext cx="5148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  <a:r>
              <a:rPr kumimoji="0" lang="en-GB" sz="1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8252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127</Words>
  <Application>Microsoft Macintosh PowerPoint</Application>
  <PresentationFormat>Widescreen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Cicuendez, Hector</dc:creator>
  <cp:lastModifiedBy>Cicuendez, Hector</cp:lastModifiedBy>
  <cp:revision>2</cp:revision>
  <dcterms:created xsi:type="dcterms:W3CDTF">2026-03-17T17:12:50Z</dcterms:created>
  <dcterms:modified xsi:type="dcterms:W3CDTF">2026-03-17T18:19:22Z</dcterms:modified>
</cp:coreProperties>
</file>